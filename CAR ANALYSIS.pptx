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Car Sales Analysis -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project analyzes car sales performance using Power BI.</a:t>
            </a:r>
          </a:p>
          <a:p>
            <a:r>
              <a:t>• Dashboard provides insights into sales trends, top-selling models, and regional performance.</a:t>
            </a:r>
          </a:p>
          <a:p>
            <a:r>
              <a:t>• Data-driven visuals support strategic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Lack of visibility into car sales trends.</a:t>
            </a:r>
          </a:p>
          <a:p>
            <a:r>
              <a:t>• No clear view of best and worst-performing models.</a:t>
            </a:r>
          </a:p>
          <a:p>
            <a:r>
              <a:t>• Reports are manually created and time-consuming.</a:t>
            </a:r>
          </a:p>
          <a:p>
            <a:r>
              <a:t>• Need for an automated Power BI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</a:t>
            </a:r>
          </a:p>
          <a:p>
            <a:r>
              <a:t>• Total Units Sold</a:t>
            </a:r>
          </a:p>
          <a:p>
            <a:r>
              <a:t>• Best Selling Car Model</a:t>
            </a:r>
          </a:p>
          <a:p>
            <a:r>
              <a:t>• Sales by Region</a:t>
            </a:r>
          </a:p>
          <a:p>
            <a:r>
              <a:t>• Monthly &amp; Yearly Growth</a:t>
            </a:r>
          </a:p>
          <a:p>
            <a:r>
              <a:t>• Dealer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762" y="1147313"/>
            <a:ext cx="7039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• Overview dashboard showing total sales, trends, and summary KPIs.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3C1BF7-E870-32C5-0102-785498950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4513"/>
            <a:ext cx="9144000" cy="5253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• Detailed dashboard with model-wise, dealer-wise, and region-wise performance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F7C4E-0375-0FF9-F589-711FD1882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3796"/>
            <a:ext cx="9144000" cy="5174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139</Words>
  <Application>Microsoft Office PowerPoint</Application>
  <PresentationFormat>On-screen Show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Car Sales Analysis - Power BI</vt:lpstr>
      <vt:lpstr>Introduction</vt:lpstr>
      <vt:lpstr>Problem Statement</vt:lpstr>
      <vt:lpstr>Key Metrics (KPIs)</vt:lpstr>
      <vt:lpstr>Dashboard View 1</vt:lpstr>
      <vt:lpstr>Dashboard View 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AJ JAHLA</cp:lastModifiedBy>
  <cp:revision>3</cp:revision>
  <dcterms:created xsi:type="dcterms:W3CDTF">2013-01-27T09:14:16Z</dcterms:created>
  <dcterms:modified xsi:type="dcterms:W3CDTF">2026-02-05T09:46:42Z</dcterms:modified>
  <cp:category/>
</cp:coreProperties>
</file>